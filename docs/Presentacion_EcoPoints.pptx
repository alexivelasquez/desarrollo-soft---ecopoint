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67a6df40a04158" /><Relationship Type="http://schemas.openxmlformats.org/officeDocument/2006/relationships/extended-properties" Target="/docProps/app.xml" Id="Rc8d3baab6bc9435c" /><Relationship Type="http://schemas.openxmlformats.org/officeDocument/2006/relationships/officeDocument" Target="/ppt/presentation.xml" Id="R936da1bc02bf46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9b69b31044d66"/>
  </p:sldMasterIdLst>
  <p:notesMasterIdLst>
    <p:notesMasterId xmlns:r="http://schemas.openxmlformats.org/officeDocument/2006/relationships" r:id="Reb223727cf0d435a"/>
  </p:notesMasterIdLst>
  <p:sldIdLst>
    <p:sldId xmlns:r="http://schemas.openxmlformats.org/officeDocument/2006/relationships" id="256" r:id="Rdee395f78f884010"/>
    <p:sldId xmlns:r="http://schemas.openxmlformats.org/officeDocument/2006/relationships" id="257" r:id="R1e7a17d382b747c3"/>
    <p:sldId xmlns:r="http://schemas.openxmlformats.org/officeDocument/2006/relationships" id="258" r:id="R534afb1e14554102"/>
    <p:sldId xmlns:r="http://schemas.openxmlformats.org/officeDocument/2006/relationships" id="259" r:id="R1782a5462fb74c6a"/>
    <p:sldId xmlns:r="http://schemas.openxmlformats.org/officeDocument/2006/relationships" id="260" r:id="R785d0a8b7b6649bd"/>
    <p:sldId xmlns:r="http://schemas.openxmlformats.org/officeDocument/2006/relationships" id="261" r:id="R892d1f653a6f47f9"/>
    <p:sldId xmlns:r="http://schemas.openxmlformats.org/officeDocument/2006/relationships" id="262" r:id="Rbd48bdc0911d4af8"/>
    <p:sldId xmlns:r="http://schemas.openxmlformats.org/officeDocument/2006/relationships" id="263" r:id="R1a635626a20c4d34"/>
    <p:sldId xmlns:r="http://schemas.openxmlformats.org/officeDocument/2006/relationships" id="264" r:id="R93dce48b3ab84c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6064ddfec2401c" /><Relationship Type="http://schemas.openxmlformats.org/officeDocument/2006/relationships/slideMaster" Target="/ppt/slideMasters/slideMaster1.xml" Id="Rff89b69b31044d66" /><Relationship Type="http://schemas.openxmlformats.org/officeDocument/2006/relationships/notesMaster" Target="/ppt/notesMasters/notesMaster1.xml" Id="Reb223727cf0d435a" /><Relationship Type="http://schemas.openxmlformats.org/officeDocument/2006/relationships/presProps" Target="/ppt/presProps.xml" Id="R223eaef9ee904c45" /><Relationship Type="http://schemas.openxmlformats.org/officeDocument/2006/relationships/tableStyles" Target="/ppt/tableStyles.xml" Id="R5c5a2d56d1ae4f21" /><Relationship Type="http://schemas.openxmlformats.org/officeDocument/2006/relationships/slide" Target="/ppt/slides/slide1.xml" Id="Rdee395f78f884010" /><Relationship Type="http://schemas.openxmlformats.org/officeDocument/2006/relationships/slide" Target="/ppt/slides/slide2.xml" Id="R1e7a17d382b747c3" /><Relationship Type="http://schemas.openxmlformats.org/officeDocument/2006/relationships/slide" Target="/ppt/slides/slide3.xml" Id="R534afb1e14554102" /><Relationship Type="http://schemas.openxmlformats.org/officeDocument/2006/relationships/slide" Target="/ppt/slides/slide4.xml" Id="R1782a5462fb74c6a" /><Relationship Type="http://schemas.openxmlformats.org/officeDocument/2006/relationships/slide" Target="/ppt/slides/slide5.xml" Id="R785d0a8b7b6649bd" /><Relationship Type="http://schemas.openxmlformats.org/officeDocument/2006/relationships/slide" Target="/ppt/slides/slide6.xml" Id="R892d1f653a6f47f9" /><Relationship Type="http://schemas.openxmlformats.org/officeDocument/2006/relationships/slide" Target="/ppt/slides/slide7.xml" Id="Rbd48bdc0911d4af8" /><Relationship Type="http://schemas.openxmlformats.org/officeDocument/2006/relationships/slide" Target="/ppt/slides/slide8.xml" Id="R1a635626a20c4d34" /><Relationship Type="http://schemas.openxmlformats.org/officeDocument/2006/relationships/slide" Target="/ppt/slides/slide9.xml" Id="R93dce48b3ab84c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98ad1264ab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6153c29a364f6c" /><Relationship Type="http://schemas.openxmlformats.org/officeDocument/2006/relationships/notesMaster" Target="/ppt/notesMasters/notesMaster1.xml" Id="R4e9cc019c43d41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eaafc0a103427d" /><Relationship Type="http://schemas.openxmlformats.org/officeDocument/2006/relationships/notesMaster" Target="/ppt/notesMasters/notesMaster1.xml" Id="R6eb5ddda668a4f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4e582131a464f" /><Relationship Type="http://schemas.openxmlformats.org/officeDocument/2006/relationships/notesMaster" Target="/ppt/notesMasters/notesMaster1.xml" Id="Rf0752b56ad73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f6ea83833e42ee" /><Relationship Type="http://schemas.openxmlformats.org/officeDocument/2006/relationships/notesMaster" Target="/ppt/notesMasters/notesMaster1.xml" Id="Rbc00e4fe7b4b4b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7a837acf5455f" /><Relationship Type="http://schemas.openxmlformats.org/officeDocument/2006/relationships/notesMaster" Target="/ppt/notesMasters/notesMaster1.xml" Id="R4c2d6fc753244b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0ea81a33cf48d8" /><Relationship Type="http://schemas.openxmlformats.org/officeDocument/2006/relationships/notesMaster" Target="/ppt/notesMasters/notesMaster1.xml" Id="R32ecc12daa3542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7e5a0805de4f36" /><Relationship Type="http://schemas.openxmlformats.org/officeDocument/2006/relationships/notesMaster" Target="/ppt/notesMasters/notesMaster1.xml" Id="R14181a11928c49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68f9138cf1458d" /><Relationship Type="http://schemas.openxmlformats.org/officeDocument/2006/relationships/notesMaster" Target="/ppt/notesMasters/notesMaster1.xml" Id="R60c594fb2f3d48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acea537e884b43" /><Relationship Type="http://schemas.openxmlformats.org/officeDocument/2006/relationships/notesMaster" Target="/ppt/notesMasters/notesMaster1.xml" Id="R640647265ece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Firebase: https://firebase.google.com/docs/android/setup y https://firebase.google.com/docs/firestore/security/rules-conditions.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Firebase: https://firebase.google.com/docs/android/setup y https://firebase.google.com/docs/firestore/security/rules-conditions.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Firebase: https://firebase.google.com/docs/android/setup y https://firebase.google.com/docs/firestore/security/rules-conditions.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código fuente de EcoPoints y README.md de esta entrega. Firebase: https://firebase.google.com/docs/android/setup y https://firebase.google.com/docs/firestore/security/rules-conditions. La validación remota requiere configurar un proyecto Firebase. La cobertura visual completa sigue el recorrido de docs/validacion.md.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ef19e28de45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dfe4fcd6a49a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97522ac4f4b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06d8c83ef849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3bdb455bc44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24e6a1bc940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D414FF-7CB0-46A6-B514-78787B5D00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F1818E-FC4A-497C-83E8-11722B40FE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69D7CC6-23C5-4274-BC5F-E8F8A7D90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8357C-06C8-43EC-A4CC-1CE197D379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23ED203-0C2E-4D01-91D1-6889B2F65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1A229A-4E68-43A7-BFD7-EE2A057035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5D4637-2204-4BC8-92C1-7B116DA02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0CDFAF-EB9B-4E84-AF86-0874A0C804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9DACC4-D60C-41B5-A7A1-2529F2DBF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DAAB5D-6ED6-4872-A3FA-F54C005534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4cdbc7374a4fe5" /><Relationship Type="http://schemas.openxmlformats.org/officeDocument/2006/relationships/slideLayout" Target="/ppt/slideLayouts/slideLayout1.xml" Id="Rb9035b03bf734dd8" /><Relationship Type="http://schemas.openxmlformats.org/officeDocument/2006/relationships/slideLayout" Target="/ppt/slideLayouts/slideLayout2.xml" Id="Rfaca32be1f2e40be" /><Relationship Type="http://schemas.openxmlformats.org/officeDocument/2006/relationships/slideLayout" Target="/ppt/slideLayouts/slideLayout3.xml" Id="R72c8dcc22cb5482b" /><Relationship Type="http://schemas.openxmlformats.org/officeDocument/2006/relationships/slideLayout" Target="/ppt/slideLayouts/slideLayout4.xml" Id="R971a339261914274" /><Relationship Type="http://schemas.openxmlformats.org/officeDocument/2006/relationships/slideLayout" Target="/ppt/slideLayouts/slideLayout5.xml" Id="Rd0679072314e4d25" /><Relationship Type="http://schemas.openxmlformats.org/officeDocument/2006/relationships/slideLayout" Target="/ppt/slideLayouts/slideLayout6.xml" Id="R24897913d5594d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035b03bf734dd8"/>
    <p:sldLayoutId xmlns:r="http://schemas.openxmlformats.org/officeDocument/2006/relationships" id="2147483650" r:id="Rfaca32be1f2e40be"/>
    <p:sldLayoutId xmlns:r="http://schemas.openxmlformats.org/officeDocument/2006/relationships" id="2147483651" r:id="R72c8dcc22cb5482b"/>
    <p:sldLayoutId xmlns:r="http://schemas.openxmlformats.org/officeDocument/2006/relationships" id="2147483652" r:id="R971a339261914274"/>
    <p:sldLayoutId xmlns:r="http://schemas.openxmlformats.org/officeDocument/2006/relationships" id="2147483653" r:id="Rd0679072314e4d25"/>
    <p:sldLayoutId xmlns:r="http://schemas.openxmlformats.org/officeDocument/2006/relationships" id="2147483654" r:id="R24897913d5594d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3fa953a6740a5" /><Relationship Type="http://schemas.openxmlformats.org/officeDocument/2006/relationships/notesSlide" Target="/ppt/notesSlides/notesSlide1.xml" Id="Rcefc8440cf66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014f31bab4a36" /><Relationship Type="http://schemas.openxmlformats.org/officeDocument/2006/relationships/notesSlide" Target="/ppt/notesSlides/notesSlide2.xml" Id="R5611ffd4f49946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fba980c7148c6" /><Relationship Type="http://schemas.openxmlformats.org/officeDocument/2006/relationships/notesSlide" Target="/ppt/notesSlides/notesSlide3.xml" Id="Rc84c0479599445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d51275fee4f5c" /><Relationship Type="http://schemas.openxmlformats.org/officeDocument/2006/relationships/notesSlide" Target="/ppt/notesSlides/notesSlide4.xml" Id="R130980eb97814d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4d20554a74efa" /><Relationship Type="http://schemas.openxmlformats.org/officeDocument/2006/relationships/notesSlide" Target="/ppt/notesSlides/notesSlide5.xml" Id="R491fba0034144a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69df7482a04d0a" /><Relationship Type="http://schemas.openxmlformats.org/officeDocument/2006/relationships/notesSlide" Target="/ppt/notesSlides/notesSlide6.xml" Id="R625c6ffe950a4f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9f8de9a6740d9" /><Relationship Type="http://schemas.openxmlformats.org/officeDocument/2006/relationships/notesSlide" Target="/ppt/notesSlides/notesSlide7.xml" Id="R338af997c1f241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1b3d4907a4406" /><Relationship Type="http://schemas.openxmlformats.org/officeDocument/2006/relationships/notesSlide" Target="/ppt/notesSlides/notesSlide8.xml" Id="R91fd2cb701794f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0afc1aff444f8" /><Relationship Type="http://schemas.openxmlformats.org/officeDocument/2006/relationships/notesSlide" Target="/ppt/notesSlides/notesSlide9.xml" Id="Re1a0e8478d2142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1BD52-1AD3-4CC9-AA71-A8129C89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B62BC-3FFF-4DFA-9820-645DDC83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EcoPoints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64B8C-C05B-44B1-9414-CCAF4E4A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Implementación Android con persistencia local y Firebase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1EF1B-30E5-4514-BBF9-DC754C50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Entrega G01 a G06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25 de octubre de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7E216-440C-4B5F-A193-E904F28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01 / 09</a:t>
            </a:r>
          </a:p>
        </p:txBody>
      </p:sp>
    </p:spTree>
    <p:extLst>
      <p:ext uri="{BB962C8B-B14F-4D97-AF65-F5344CB8AC3E}">
        <p14:creationId xmlns:p14="http://schemas.microsoft.com/office/powerpoint/2010/main" val="2117321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2A85F-FD5D-4D6A-8939-E8E226A9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55D37-D701-43E8-9B1C-FB6255F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Funciones de la aplicación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18C8F-3FDD-4CB1-BF02-7D2326BA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Retos ambientales y cuidado de una mascota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E4FE6-0B4C-4A72-B70C-7572D4AD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Registro y acceso local con validaciones.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Puntos, nivel, racha, logros e historial.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EcoMapa con ubicación y puntos de reciclaje.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742C1-D115-49A9-B2ED-FE514F7B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02 / 09</a:t>
            </a:r>
          </a:p>
        </p:txBody>
      </p:sp>
    </p:spTree>
    <p:extLst>
      <p:ext uri="{BB962C8B-B14F-4D97-AF65-F5344CB8AC3E}">
        <p14:creationId xmlns:p14="http://schemas.microsoft.com/office/powerpoint/2010/main" val="1086236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EE1FF-E491-4C77-88C2-F7FA8D32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39855-DB82-432B-A190-B8294F7E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Interfaces y navegación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CFF70-A2BA-449B-843F-EE63C1A1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Una Activity con Navigation Compose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7A38B-30DE-457F-B664-A0CE26F7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Login, Registro, Bienvenida e Inicio.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Perfil, Ajustes y EcoMapa.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Flujos de retos con evidencia y confirmaciones.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32D9A-B11A-4B7B-83E7-DAA8999A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03 / 09</a:t>
            </a:r>
          </a:p>
        </p:txBody>
      </p:sp>
    </p:spTree>
    <p:extLst>
      <p:ext uri="{BB962C8B-B14F-4D97-AF65-F5344CB8AC3E}">
        <p14:creationId xmlns:p14="http://schemas.microsoft.com/office/powerpoint/2010/main" val="15484333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AD922-6F9D-48CF-9FB9-DF55A200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AC7109-1345-4DC7-BDDD-543F7B76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Preferencias del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673D1-BB05-4D81-A839-48539629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SharedPreferences y DataStore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2B2375-B3B6-4457-846B-8442EF58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SharedPreferences conserva la fecha del respaldo por cuenta.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DataStore mantiene sesión y ajustes reactivos.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La migración conserva las preferencias de versiones anteriores.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04F7B-5CC7-4374-80D7-5B14AD0A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04 / 09</a:t>
            </a:r>
          </a:p>
        </p:txBody>
      </p:sp>
    </p:spTree>
    <p:extLst>
      <p:ext uri="{BB962C8B-B14F-4D97-AF65-F5344CB8AC3E}">
        <p14:creationId xmlns:p14="http://schemas.microsoft.com/office/powerpoint/2010/main" val="891303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06B0A-2495-4CE2-AF7C-15CB672B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CE4F2-A7F5-4A09-8A7C-31667C83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Base de datos SQLite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177C4-3766-4D86-922A-C21E851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Room y seis tablas relacionadas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4F3E5-F653-45AB-B850-96141E8A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Usuarios, progreso, mascotas y retos.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Logros e historial de actividad.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Migración 1 a 2 que conserva cuentas y saldo.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9C372-0BD2-4B12-844C-2447BFF5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05 / 09</a:t>
            </a:r>
          </a:p>
        </p:txBody>
      </p:sp>
    </p:spTree>
    <p:extLst>
      <p:ext uri="{BB962C8B-B14F-4D97-AF65-F5344CB8AC3E}">
        <p14:creationId xmlns:p14="http://schemas.microsoft.com/office/powerpoint/2010/main" val="15391780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76DB5-9DC1-4409-8E6C-BEA52856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9FD82-00C2-4F03-AEEB-C8F60C77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Base de datos Firebase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A4C21-4117-44BD-98D5-7C3BA43E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Authentication y Cloud Firestore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3F56E-DE98-4FFD-A407-D2B0C758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Crear cuenta de nube con el correo de la cuenta local.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Guardar un respaldo privado en backups/{uid}.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Restaurar progreso y ajustes con confirmación.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EA5CF-9604-4C72-9A03-FAA0B478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06 / 09</a:t>
            </a:r>
          </a:p>
        </p:txBody>
      </p:sp>
    </p:spTree>
    <p:extLst>
      <p:ext uri="{BB962C8B-B14F-4D97-AF65-F5344CB8AC3E}">
        <p14:creationId xmlns:p14="http://schemas.microsoft.com/office/powerpoint/2010/main" val="11152896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E464A-836B-4E59-98F1-337D9F67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93A9D-FB5F-4062-A645-E65B754F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Protección del respaldo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0EF10-7445-4943-85EB-F434D740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Reglas de acceso por propietario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8BE42-2242-4B3B-8FEE-3AB5F566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Cada usuario accede únicamente a su documento.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La copia excluye contraseñas, hashes y fotos.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Validación de versión y datos antes de restaurar.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9D936-C148-436D-BB18-4D22715C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07 / 09</a:t>
            </a:r>
          </a:p>
        </p:txBody>
      </p:sp>
    </p:spTree>
    <p:extLst>
      <p:ext uri="{BB962C8B-B14F-4D97-AF65-F5344CB8AC3E}">
        <p14:creationId xmlns:p14="http://schemas.microsoft.com/office/powerpoint/2010/main" val="4480394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0BEE9-D478-4BB8-92CC-B7F75A45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DCCF1-F05E-4692-A8DD-EDB47C8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Demostración y verificación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57E0C-6187-40F3-B49C-AE590B45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Compilación correcta y 56 pruebas unitarias aprobadas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B1C87-83FF-4E3D-BC61-F07D79DD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Registrar una cuenta local y completar un reto.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Configurar Firebase y guardar una copia.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Cambiar el progreso, restaurar y verificar el resultado.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2E69C-5B48-4A77-BAE5-BDD8DCCA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08 / 09</a:t>
            </a:r>
          </a:p>
        </p:txBody>
      </p:sp>
    </p:spTree>
    <p:extLst>
      <p:ext uri="{BB962C8B-B14F-4D97-AF65-F5344CB8AC3E}">
        <p14:creationId xmlns:p14="http://schemas.microsoft.com/office/powerpoint/2010/main" val="2108704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39CFD-8A03-471E-BE82-134C63F8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39765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397650"/>
                </a:solidFill>
                <a:latin typeface="Calibri"/>
                <a:ea typeface="Calibri"/>
                <a:cs typeface="Calibri"/>
              </a:rPr>
              <a:t>ECOPOINTS   /   DESARROLLO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3E3F5-86E3-4C06-814D-4FCFCD7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defPPr>
            <a:lvl1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1pPr>
            <a:lvl2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2pPr>
            <a:lvl3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3pPr>
            <a:lvl4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4pPr>
            <a:lvl5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5pPr>
            <a:lvl6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6pPr>
            <a:lvl7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7pPr>
            <a:lvl8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8pPr>
            <a:lvl9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53E29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53E29"/>
                </a:solidFill>
                <a:latin typeface="Calibri"/>
                <a:ea typeface="Calibri"/>
                <a:cs typeface="Calibri"/>
              </a:rPr>
              <a:t>Alcance de la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7B061-15C7-44B6-8F43-6FA09DAA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defPPr>
            <a:lvl1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1pPr>
            <a:lvl2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2pPr>
            <a:lvl3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3pPr>
            <a:lvl4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4pPr>
            <a:lvl5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5pPr>
            <a:lvl6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6pPr>
            <a:lvl7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7pPr>
            <a:lvl8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8pPr>
            <a:lvl9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6747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276747"/>
                </a:solidFill>
                <a:latin typeface="Calibri"/>
                <a:ea typeface="Calibri"/>
                <a:cs typeface="Calibri"/>
              </a:rPr>
              <a:t>Activación de Firebase pendiente del proyecto real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E6160-7F24-4B57-B191-22E21860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477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Añadir google-services.json y habilitar Correo/contraseña.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Crear Firestore y publicar las reglas incluidas.</a:t>
            </a:r>
          </a:p>
          <a:p xmlns:a="http://schemas.openxmlformats.org/drawingml/2006/main">
            <a:pPr>
              <a:defRPr sz="2025" b="0">
                <a:solidFill>
                  <a:srgbClr val="263C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263C30"/>
                </a:solidFill>
                <a:latin typeface="Calibri"/>
                <a:ea typeface="Calibri"/>
                <a:cs typeface="Calibri"/>
              </a:rPr>
              <a:t>Respaldo manual de hasta 800 KB, sin combinación entre dispositivos.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26B3E-EA23-49D0-BD2F-93190BC0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484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B61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C6B61"/>
                </a:solidFill>
                <a:latin typeface="Calibri"/>
                <a:ea typeface="Calibri"/>
                <a:cs typeface="Calibri"/>
              </a:rPr>
              <a:t>09 / 09</a:t>
            </a:r>
          </a:p>
        </p:txBody>
      </p:sp>
    </p:spTree>
    <p:extLst>
      <p:ext uri="{BB962C8B-B14F-4D97-AF65-F5344CB8AC3E}">
        <p14:creationId xmlns:p14="http://schemas.microsoft.com/office/powerpoint/2010/main" val="349273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2026-10-25T05:05:24.1820000Z</dcterms:created>
  <dcterms:modified xsi:type="dcterms:W3CDTF">2026-10-25T05:05:24.1830000Z</dcterms:modified>
</coreProperties>
</file>